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0FF"/>
                </a:solidFill>
              </a:rPr>
              <a:t>Why LacDictee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749039" cy="44805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53935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347471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Teachers correct dictée by hand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1–2 hours per class, per week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Repetitive, error-prone process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No structured feedback 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417320"/>
            <a:ext cx="3749039" cy="44805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5087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CAF50"/>
                </a:solidFill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347471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Upload reference text + student photo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OCR reads handwriting automatically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Claude AI detects errors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Instant report with grade suggestion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2011680"/>
            <a:ext cx="2926080" cy="28346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0FF"/>
                </a:solidFill>
              </a:rPr>
              <a:t>Up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108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0FF"/>
                </a:solidFill>
              </a:rPr>
              <a:t>time saved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126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</a:rPr>
              <a:t>"We turn a 2-hour correction task into a 2-minute review."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0FF"/>
                </a:solidFill>
              </a:rPr>
              <a:t>Who, How, and Where we grow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834640" cy="18288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</a:rPr>
              <a:t>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French teachers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Language schools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Tutors &amp; parents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463040"/>
            <a:ext cx="2834640" cy="18288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FD8"/>
                </a:solidFill>
              </a:rP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96596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EdTech &amp; Language Learning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Growing AI adoption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Underserved teacher segment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463040"/>
            <a:ext cx="2834640" cy="18288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CAF50"/>
                </a:solidFill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6596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Freemium — free for individuals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Subscription (monthly / yearly)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School licensing (future)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2016" y="1463040"/>
            <a:ext cx="2834640" cy="18288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9176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Go-To-Market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9176" y="196596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Teacher Slack / LinkedIn groups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Direct school outreach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Demo-based adoption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88952" cy="14173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930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C63FF"/>
                </a:solidFill>
              </a:rPr>
              <a:t>Value Proposition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Before LacDictee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1–2 hrs /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9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After LacDictee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9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CAF50"/>
                </a:solidFill>
              </a:rPr>
              <a:t>2–5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38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Time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38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700"/>
                </a:solidFill>
              </a:rPr>
              <a:t>80–90%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9204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9560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C63FF"/>
                </a:solidFill>
              </a:rPr>
              <a:t>Organization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3218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0FF"/>
                </a:solidFill>
              </a:rPr>
              <a:t>MVP:  Solo founder      |      Next:  AI engineer · Frontend dev · Education expert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0FF"/>
                </a:solidFill>
              </a:rPr>
              <a:t>Honest view of where we stand</a:t>
            </a:r>
          </a:p>
        </p:txBody>
      </p:sp>
      <p:pic>
        <p:nvPicPr>
          <p:cNvPr id="5" name="Picture 4" descr="SWO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315200" cy="4876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417320"/>
            <a:ext cx="4069080" cy="521208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508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C63FF"/>
                </a:solidFill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2103120"/>
            <a:ext cx="3794760" cy="8686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41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F"/>
                </a:solidFill>
              </a:rPr>
              <a:t>Real problem, AI-powered, time-saving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3154680"/>
            <a:ext cx="3794760" cy="8686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Weakness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930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F"/>
                </a:solidFill>
              </a:rPr>
              <a:t>OCR depends on handwriting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206240"/>
            <a:ext cx="3794760" cy="8686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FD8"/>
                </a:solidFill>
              </a:rPr>
              <a:t>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544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F"/>
                </a:solidFill>
              </a:rPr>
              <a:t>EdTech growth + AI adoption wave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5257800"/>
            <a:ext cx="3794760" cy="8686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</a:rPr>
              <a:t>Threat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5961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F"/>
                </a:solidFill>
              </a:rPr>
              <a:t>Privacy concerns + big competitors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LacDictee  —  MVP Architecture Defense  —  April 24,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